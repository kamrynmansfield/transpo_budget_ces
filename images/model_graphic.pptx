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43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11"/>
    <p:restoredTop sz="94725"/>
  </p:normalViewPr>
  <p:slideViewPr>
    <p:cSldViewPr snapToGrid="0">
      <p:cViewPr>
        <p:scale>
          <a:sx n="77" d="100"/>
          <a:sy n="77" d="100"/>
        </p:scale>
        <p:origin x="640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C23F59-06D3-D94E-9DBE-A0A5564D9A42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4078AC-D5E7-2643-A29A-56391DDD7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08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C1863-4A13-6C8E-5819-57FEB07BE3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CAA1EF-BA08-C58B-2A2C-992D944083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1C666-3597-ED48-22BA-F99D038B5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D3F31-6737-FC41-B29A-FC486FB4694D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AEF57-AA0D-DE2E-829B-16FB97E8C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07B39-3C55-8C74-4F76-CB0CA5B5D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06930-916B-7443-AB4A-69FCB7D99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57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340C0-3701-B193-3F18-3BA10A268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AE2FA-46E1-05EC-024D-DDAA91449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017C2-6260-D6A3-AE8E-E6AF256EE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D3F31-6737-FC41-B29A-FC486FB4694D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1BDD3-2B40-5B7A-D694-D17E9DD68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B72B8-3297-7053-206D-B414A98CB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06930-916B-7443-AB4A-69FCB7D99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61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A2A5E-3538-ABBE-4408-713C938F3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B69E5A-6DD4-66A9-6415-8006FE643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14D62-CDD5-24CA-C4CE-E36A78CD3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D3F31-6737-FC41-B29A-FC486FB4694D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88F7E-45C2-A708-A06B-5754C52C3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D2A3D-33D4-5282-7E10-7CAFEB6EA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06930-916B-7443-AB4A-69FCB7D99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308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E5299-9270-40EF-6EC9-83909605C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FA1F6-F18F-1D5B-ADA9-2D531AAD27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B1F8DE-F213-56EA-D6FA-0A71566E9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0CEBB4-B292-BDE5-992A-B484E1982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D3F31-6737-FC41-B29A-FC486FB4694D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B1304-DFDD-1B21-D8FA-5E822D9A0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B1D5C2-A93C-604F-BC2F-087E1242D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06930-916B-7443-AB4A-69FCB7D99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726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DADF-B7D7-167B-4BAA-B2BEF57F7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7A799-26EC-9F0B-ECA3-F4EDE8891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77DEA3-AE6F-4853-1224-B1AEC5F17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5C39F9-42A2-A739-5C91-7F6FD22E8A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6354FC-25A9-B385-EFF6-4280850574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4916D6-7916-4EEB-7718-96E80244A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D3F31-6737-FC41-B29A-FC486FB4694D}" type="datetimeFigureOut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3CA0D2-2E90-0D72-8702-95FE5738D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9DFCF6-02A6-3557-00C4-BE3587CA3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06930-916B-7443-AB4A-69FCB7D99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876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9034F-CFE8-ECAD-9909-EA2907BAC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DF96D-8380-EF3D-A55C-D4798D3B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D3F31-6737-FC41-B29A-FC486FB4694D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99FC2D-1C07-437E-A16D-C0E6925D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767624-FDC4-A797-E6C3-B36007C64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06930-916B-7443-AB4A-69FCB7D99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79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5A3F1-327B-FC0B-91C1-91482DAA0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D3F31-6737-FC41-B29A-FC486FB4694D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1B5E5D-6D86-0F1B-ADF7-6D3BD2525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E1834-AFBB-9F31-E3B7-2DF61E812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06930-916B-7443-AB4A-69FCB7D99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2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4EB43-6A22-9710-F92F-98EA2304E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9B5D1-D29F-34F9-725F-2F7CC8964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6ED369-AE58-122E-3DE8-5E0050BB94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EFA96-E594-50B4-64A8-5B527D69B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D3F31-6737-FC41-B29A-FC486FB4694D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0AE249-8590-EDCF-1362-35227B0E0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2AE82-5DCE-AB62-2DA1-434C1C17D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06930-916B-7443-AB4A-69FCB7D99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231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EE600-137B-C378-0B6B-9DE8C05D1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166083-8E08-D9FA-B432-76CE2A5A1E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503DA-8EF1-376B-4CD0-C9BD26EFC0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212930-C117-B596-0A2B-D47AA56AC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D3F31-6737-FC41-B29A-FC486FB4694D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A1149-16D4-1F60-13F6-1B2CAE3B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14301-27A0-014E-8074-B74EEE0AC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06930-916B-7443-AB4A-69FCB7D99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254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ACA3E-D6EB-F08F-4940-FA03F6E31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86972B-C4EB-C3FF-350F-BDBC1CC521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2CF45-146B-B902-C334-331F8380D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D3F31-6737-FC41-B29A-FC486FB4694D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362C3-5CF7-7CD8-C2A2-5D1C16D05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3E9AB-3BB7-D097-28C7-30179B419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06930-916B-7443-AB4A-69FCB7D99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687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A29E0A-8557-CBF7-07DB-E3AA025C7B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CA0C2A-DAC0-3E43-1864-E83D7A8A0D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0D95F-567C-12BD-BBAD-692743001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D3F31-6737-FC41-B29A-FC486FB4694D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41690-2F81-9135-9FE7-A3E45CE84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7EA05-C0DE-3791-1A47-22590CBD3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06930-916B-7443-AB4A-69FCB7D99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727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4BA696-09CA-9F4E-E7B7-CF4CC83D2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8DA7D-955D-846B-423A-DC76B1485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D7BBE-2D1A-AB3A-7A1B-757B343B58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FD3F31-6737-FC41-B29A-FC486FB4694D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4EAD7-4678-2586-E980-4E9EBECE88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44692-42EA-5AAB-34C1-CB8903F98D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D06930-916B-7443-AB4A-69FCB7D99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042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6FA7826-CB69-7397-6E16-09DF7603D248}"/>
              </a:ext>
            </a:extLst>
          </p:cNvPr>
          <p:cNvSpPr/>
          <p:nvPr/>
        </p:nvSpPr>
        <p:spPr>
          <a:xfrm>
            <a:off x="439634" y="1113183"/>
            <a:ext cx="2974428" cy="2872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Respondent Age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859D00-BF2F-7F18-DA82-5B99820F9B5F}"/>
              </a:ext>
            </a:extLst>
          </p:cNvPr>
          <p:cNvSpPr/>
          <p:nvPr/>
        </p:nvSpPr>
        <p:spPr>
          <a:xfrm>
            <a:off x="9006499" y="1458971"/>
            <a:ext cx="2876738" cy="2825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b="1" dirty="0">
                <a:solidFill>
                  <a:schemeClr val="tx1"/>
                </a:solidFill>
              </a:rPr>
              <a:t>Car Fuel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2FDB86-5758-B099-377B-F1287CB72019}"/>
              </a:ext>
            </a:extLst>
          </p:cNvPr>
          <p:cNvSpPr/>
          <p:nvPr/>
        </p:nvSpPr>
        <p:spPr>
          <a:xfrm>
            <a:off x="9006499" y="2064831"/>
            <a:ext cx="2876738" cy="281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b="1" dirty="0">
                <a:solidFill>
                  <a:schemeClr val="tx1"/>
                </a:solidFill>
              </a:rPr>
              <a:t>Car Maintenance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F4CB0B-C72E-2CD8-37C3-4464DA682D2E}"/>
              </a:ext>
            </a:extLst>
          </p:cNvPr>
          <p:cNvSpPr/>
          <p:nvPr/>
        </p:nvSpPr>
        <p:spPr>
          <a:xfrm>
            <a:off x="9006499" y="2669583"/>
            <a:ext cx="2876738" cy="281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b="1" dirty="0">
                <a:solidFill>
                  <a:schemeClr val="tx1"/>
                </a:solidFill>
              </a:rPr>
              <a:t>Ridesharing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4ECFF8-B992-22AD-83CA-5F42DE8E2D1F}"/>
              </a:ext>
            </a:extLst>
          </p:cNvPr>
          <p:cNvSpPr/>
          <p:nvPr/>
        </p:nvSpPr>
        <p:spPr>
          <a:xfrm>
            <a:off x="9006498" y="3274335"/>
            <a:ext cx="2876738" cy="2792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b="1" dirty="0">
                <a:solidFill>
                  <a:schemeClr val="tx1"/>
                </a:solidFill>
              </a:rPr>
              <a:t>Public Transit (Bus)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086936-2554-4789-BBFE-F33E75EE9589}"/>
              </a:ext>
            </a:extLst>
          </p:cNvPr>
          <p:cNvSpPr/>
          <p:nvPr/>
        </p:nvSpPr>
        <p:spPr>
          <a:xfrm>
            <a:off x="9006498" y="3876871"/>
            <a:ext cx="2876739" cy="281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b="1" dirty="0">
                <a:solidFill>
                  <a:schemeClr val="tx1"/>
                </a:solidFill>
              </a:rPr>
              <a:t>Public Transit (Rail)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C4E80EA-8B2E-BF1E-4C73-4FE619D3B479}"/>
              </a:ext>
            </a:extLst>
          </p:cNvPr>
          <p:cNvSpPr/>
          <p:nvPr/>
        </p:nvSpPr>
        <p:spPr>
          <a:xfrm>
            <a:off x="9006499" y="4481623"/>
            <a:ext cx="2876737" cy="289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b="1" dirty="0" err="1">
                <a:solidFill>
                  <a:schemeClr val="tx1"/>
                </a:solidFill>
              </a:rPr>
              <a:t>Microtransit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F1BC34-4061-1026-ADA3-E1602CCE1167}"/>
              </a:ext>
            </a:extLst>
          </p:cNvPr>
          <p:cNvSpPr/>
          <p:nvPr/>
        </p:nvSpPr>
        <p:spPr>
          <a:xfrm>
            <a:off x="9006497" y="5094449"/>
            <a:ext cx="2876737" cy="28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b="1" dirty="0">
                <a:solidFill>
                  <a:schemeClr val="tx1"/>
                </a:solidFill>
              </a:rPr>
              <a:t>Air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84A5EAC-C791-36CC-9172-90BD675D6496}"/>
              </a:ext>
            </a:extLst>
          </p:cNvPr>
          <p:cNvSpPr/>
          <p:nvPr/>
        </p:nvSpPr>
        <p:spPr>
          <a:xfrm>
            <a:off x="4575921" y="2484730"/>
            <a:ext cx="3268717" cy="18885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400" b="1" dirty="0">
                <a:solidFill>
                  <a:schemeClr val="tx1"/>
                </a:solidFill>
              </a:rPr>
              <a:t>Latent Class Assignment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sz="1200" dirty="0">
                <a:solidFill>
                  <a:schemeClr val="tx1"/>
                </a:solidFill>
              </a:rPr>
              <a:t>Car Spenders High (CH)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sz="1200" dirty="0">
                <a:solidFill>
                  <a:schemeClr val="tx1"/>
                </a:solidFill>
              </a:rPr>
              <a:t>Multimodal Spenders (MM)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sz="1200" dirty="0">
                <a:solidFill>
                  <a:schemeClr val="tx1"/>
                </a:solidFill>
              </a:rPr>
              <a:t>Car Spenders Low (CL)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51F58B-8E15-E26D-7B2D-031AF7895E93}"/>
              </a:ext>
            </a:extLst>
          </p:cNvPr>
          <p:cNvSpPr/>
          <p:nvPr/>
        </p:nvSpPr>
        <p:spPr>
          <a:xfrm>
            <a:off x="439634" y="1592890"/>
            <a:ext cx="2974428" cy="2872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Respondent Education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BBAD827-884F-F046-C0F2-E609D3AE3DB7}"/>
              </a:ext>
            </a:extLst>
          </p:cNvPr>
          <p:cNvSpPr/>
          <p:nvPr/>
        </p:nvSpPr>
        <p:spPr>
          <a:xfrm>
            <a:off x="439634" y="2072597"/>
            <a:ext cx="2974428" cy="2872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Household Income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EFE7FB6-B831-C6FE-BA35-A6D3E0C65F67}"/>
              </a:ext>
            </a:extLst>
          </p:cNvPr>
          <p:cNvSpPr/>
          <p:nvPr/>
        </p:nvSpPr>
        <p:spPr>
          <a:xfrm>
            <a:off x="439634" y="2552304"/>
            <a:ext cx="2974428" cy="2872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Household Structure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2841415-3B45-CF85-3376-530160F30E84}"/>
              </a:ext>
            </a:extLst>
          </p:cNvPr>
          <p:cNvSpPr/>
          <p:nvPr/>
        </p:nvSpPr>
        <p:spPr>
          <a:xfrm>
            <a:off x="439634" y="3032011"/>
            <a:ext cx="2974428" cy="2872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Region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F7C16C1-F6CC-4923-A8C8-8D5B60F8E6E1}"/>
              </a:ext>
            </a:extLst>
          </p:cNvPr>
          <p:cNvSpPr/>
          <p:nvPr/>
        </p:nvSpPr>
        <p:spPr>
          <a:xfrm>
            <a:off x="439634" y="3511718"/>
            <a:ext cx="2974428" cy="2872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Population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C4464D7-65AB-00D1-5D49-D0A468B65E78}"/>
              </a:ext>
            </a:extLst>
          </p:cNvPr>
          <p:cNvSpPr/>
          <p:nvPr/>
        </p:nvSpPr>
        <p:spPr>
          <a:xfrm>
            <a:off x="439634" y="3991425"/>
            <a:ext cx="2974428" cy="2872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Mandatory Expenditures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06F7A23-5F08-B6F7-7919-15798AE26653}"/>
              </a:ext>
            </a:extLst>
          </p:cNvPr>
          <p:cNvSpPr/>
          <p:nvPr/>
        </p:nvSpPr>
        <p:spPr>
          <a:xfrm>
            <a:off x="439634" y="4471132"/>
            <a:ext cx="2974428" cy="2872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House-related Expenditures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E01038C-F617-00D2-2957-8274367E71B5}"/>
              </a:ext>
            </a:extLst>
          </p:cNvPr>
          <p:cNvSpPr/>
          <p:nvPr/>
        </p:nvSpPr>
        <p:spPr>
          <a:xfrm>
            <a:off x="439634" y="4950839"/>
            <a:ext cx="2974428" cy="2872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Food Expenditures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8239D0B-C4CD-1BE6-0380-2E0A1CA6121D}"/>
              </a:ext>
            </a:extLst>
          </p:cNvPr>
          <p:cNvSpPr/>
          <p:nvPr/>
        </p:nvSpPr>
        <p:spPr>
          <a:xfrm>
            <a:off x="439634" y="5430542"/>
            <a:ext cx="2974428" cy="2872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Leisure Expenditures</a:t>
            </a:r>
          </a:p>
        </p:txBody>
      </p:sp>
      <p:sp>
        <p:nvSpPr>
          <p:cNvPr id="34" name="TextBox 16">
            <a:extLst>
              <a:ext uri="{FF2B5EF4-FFF2-40B4-BE49-F238E27FC236}">
                <a16:creationId xmlns:a16="http://schemas.microsoft.com/office/drawing/2014/main" id="{B9A988CF-85AD-E64E-E5D6-E2F125D07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6495" y="558056"/>
            <a:ext cx="28767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1400" i="1" dirty="0"/>
              <a:t>Indicators</a:t>
            </a:r>
          </a:p>
        </p:txBody>
      </p:sp>
      <p:sp>
        <p:nvSpPr>
          <p:cNvPr id="35" name="TextBox 17">
            <a:extLst>
              <a:ext uri="{FF2B5EF4-FFF2-40B4-BE49-F238E27FC236}">
                <a16:creationId xmlns:a16="http://schemas.microsoft.com/office/drawing/2014/main" id="{706F1E6A-707E-91C8-F489-A07416FBF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634" y="555274"/>
            <a:ext cx="297442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1400" i="1" dirty="0"/>
              <a:t>Covariates</a:t>
            </a:r>
          </a:p>
        </p:txBody>
      </p:sp>
      <p:sp>
        <p:nvSpPr>
          <p:cNvPr id="36" name="TextBox 18">
            <a:extLst>
              <a:ext uri="{FF2B5EF4-FFF2-40B4-BE49-F238E27FC236}">
                <a16:creationId xmlns:a16="http://schemas.microsoft.com/office/drawing/2014/main" id="{A101F5D4-EFD9-E014-0F24-6E643FAAC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079" y="6322274"/>
            <a:ext cx="341155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1400" dirty="0"/>
              <a:t>Structural Model </a:t>
            </a:r>
          </a:p>
        </p:txBody>
      </p:sp>
      <p:sp>
        <p:nvSpPr>
          <p:cNvPr id="37" name="TextBox 19">
            <a:extLst>
              <a:ext uri="{FF2B5EF4-FFF2-40B4-BE49-F238E27FC236}">
                <a16:creationId xmlns:a16="http://schemas.microsoft.com/office/drawing/2014/main" id="{FC171924-3D61-564C-6084-18ABD7FB8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744" y="6322273"/>
            <a:ext cx="341155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1400" dirty="0"/>
              <a:t>Measurement Model </a:t>
            </a:r>
          </a:p>
        </p:txBody>
      </p:sp>
      <p:sp>
        <p:nvSpPr>
          <p:cNvPr id="38" name="Left Brace 37">
            <a:extLst>
              <a:ext uri="{FF2B5EF4-FFF2-40B4-BE49-F238E27FC236}">
                <a16:creationId xmlns:a16="http://schemas.microsoft.com/office/drawing/2014/main" id="{D9663632-699B-63C9-9FDE-05A52D4D7AC2}"/>
              </a:ext>
            </a:extLst>
          </p:cNvPr>
          <p:cNvSpPr/>
          <p:nvPr/>
        </p:nvSpPr>
        <p:spPr>
          <a:xfrm rot="16200000">
            <a:off x="1960748" y="4402947"/>
            <a:ext cx="266218" cy="3411555"/>
          </a:xfrm>
          <a:prstGeom prst="leftBrace">
            <a:avLst>
              <a:gd name="adj1" fmla="val 34754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Left Brace 39">
            <a:extLst>
              <a:ext uri="{FF2B5EF4-FFF2-40B4-BE49-F238E27FC236}">
                <a16:creationId xmlns:a16="http://schemas.microsoft.com/office/drawing/2014/main" id="{965E6546-527E-02F2-5382-BFD0840000BF}"/>
              </a:ext>
            </a:extLst>
          </p:cNvPr>
          <p:cNvSpPr/>
          <p:nvPr/>
        </p:nvSpPr>
        <p:spPr>
          <a:xfrm rot="16200000">
            <a:off x="10209413" y="4402948"/>
            <a:ext cx="266218" cy="3411555"/>
          </a:xfrm>
          <a:prstGeom prst="leftBrace">
            <a:avLst>
              <a:gd name="adj1" fmla="val 34754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A3D0873-7012-E2AC-949E-EE6CB21CA904}"/>
              </a:ext>
            </a:extLst>
          </p:cNvPr>
          <p:cNvCxnSpPr>
            <a:stCxn id="15" idx="3"/>
            <a:endCxn id="24" idx="2"/>
          </p:cNvCxnSpPr>
          <p:nvPr/>
        </p:nvCxnSpPr>
        <p:spPr>
          <a:xfrm>
            <a:off x="3414062" y="1256793"/>
            <a:ext cx="1161859" cy="2172207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5CC2D28-8B91-986E-1C00-99DA66D5080B}"/>
              </a:ext>
            </a:extLst>
          </p:cNvPr>
          <p:cNvCxnSpPr>
            <a:cxnSpLocks/>
            <a:stCxn id="5" idx="3"/>
            <a:endCxn id="24" idx="2"/>
          </p:cNvCxnSpPr>
          <p:nvPr/>
        </p:nvCxnSpPr>
        <p:spPr>
          <a:xfrm>
            <a:off x="3414062" y="1736500"/>
            <a:ext cx="1161859" cy="169250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2D0FF07-7AFF-4B00-77C2-3296E708FA82}"/>
              </a:ext>
            </a:extLst>
          </p:cNvPr>
          <p:cNvCxnSpPr>
            <a:cxnSpLocks/>
            <a:stCxn id="25" idx="3"/>
            <a:endCxn id="24" idx="2"/>
          </p:cNvCxnSpPr>
          <p:nvPr/>
        </p:nvCxnSpPr>
        <p:spPr>
          <a:xfrm>
            <a:off x="3414062" y="2216207"/>
            <a:ext cx="1161859" cy="1212793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04B18FB-7DFD-3A29-456B-0C4059B3CDB3}"/>
              </a:ext>
            </a:extLst>
          </p:cNvPr>
          <p:cNvCxnSpPr>
            <a:cxnSpLocks/>
            <a:stCxn id="26" idx="3"/>
            <a:endCxn id="24" idx="2"/>
          </p:cNvCxnSpPr>
          <p:nvPr/>
        </p:nvCxnSpPr>
        <p:spPr>
          <a:xfrm>
            <a:off x="3414062" y="2695914"/>
            <a:ext cx="1161859" cy="733086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33BE663-DB0C-0A67-22A7-20E1CA8A5583}"/>
              </a:ext>
            </a:extLst>
          </p:cNvPr>
          <p:cNvCxnSpPr>
            <a:cxnSpLocks/>
            <a:stCxn id="27" idx="3"/>
            <a:endCxn id="24" idx="2"/>
          </p:cNvCxnSpPr>
          <p:nvPr/>
        </p:nvCxnSpPr>
        <p:spPr>
          <a:xfrm>
            <a:off x="3414062" y="3175621"/>
            <a:ext cx="1161859" cy="253379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6B7B2FE-7FB4-AB6A-C10A-77DE950B459C}"/>
              </a:ext>
            </a:extLst>
          </p:cNvPr>
          <p:cNvCxnSpPr>
            <a:cxnSpLocks/>
            <a:stCxn id="28" idx="3"/>
            <a:endCxn id="24" idx="2"/>
          </p:cNvCxnSpPr>
          <p:nvPr/>
        </p:nvCxnSpPr>
        <p:spPr>
          <a:xfrm flipV="1">
            <a:off x="3414062" y="3429000"/>
            <a:ext cx="1161859" cy="226328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6936499-BD72-78CE-6F60-D0FD6E8D6406}"/>
              </a:ext>
            </a:extLst>
          </p:cNvPr>
          <p:cNvCxnSpPr>
            <a:cxnSpLocks/>
            <a:stCxn id="29" idx="3"/>
            <a:endCxn id="24" idx="2"/>
          </p:cNvCxnSpPr>
          <p:nvPr/>
        </p:nvCxnSpPr>
        <p:spPr>
          <a:xfrm flipV="1">
            <a:off x="3414062" y="3429000"/>
            <a:ext cx="1161859" cy="706035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9F71EA7-797D-E8E1-59E7-604D09C61AFE}"/>
              </a:ext>
            </a:extLst>
          </p:cNvPr>
          <p:cNvCxnSpPr>
            <a:cxnSpLocks/>
            <a:stCxn id="30" idx="3"/>
            <a:endCxn id="24" idx="2"/>
          </p:cNvCxnSpPr>
          <p:nvPr/>
        </p:nvCxnSpPr>
        <p:spPr>
          <a:xfrm flipV="1">
            <a:off x="3414062" y="3429000"/>
            <a:ext cx="1161859" cy="118574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7C745AA-9B73-B450-2C05-D8185B5A1D23}"/>
              </a:ext>
            </a:extLst>
          </p:cNvPr>
          <p:cNvCxnSpPr>
            <a:cxnSpLocks/>
            <a:stCxn id="31" idx="3"/>
            <a:endCxn id="24" idx="2"/>
          </p:cNvCxnSpPr>
          <p:nvPr/>
        </p:nvCxnSpPr>
        <p:spPr>
          <a:xfrm flipV="1">
            <a:off x="3414062" y="3429000"/>
            <a:ext cx="1161859" cy="1665449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FF22967-A283-5FD4-3736-B2F9A3BD3411}"/>
              </a:ext>
            </a:extLst>
          </p:cNvPr>
          <p:cNvCxnSpPr>
            <a:cxnSpLocks/>
            <a:stCxn id="32" idx="3"/>
            <a:endCxn id="24" idx="2"/>
          </p:cNvCxnSpPr>
          <p:nvPr/>
        </p:nvCxnSpPr>
        <p:spPr>
          <a:xfrm flipV="1">
            <a:off x="3414062" y="3429000"/>
            <a:ext cx="1161859" cy="214515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5DDE317-C722-471B-2E60-761779EACAC0}"/>
              </a:ext>
            </a:extLst>
          </p:cNvPr>
          <p:cNvCxnSpPr>
            <a:cxnSpLocks/>
            <a:stCxn id="24" idx="6"/>
            <a:endCxn id="17" idx="1"/>
          </p:cNvCxnSpPr>
          <p:nvPr/>
        </p:nvCxnSpPr>
        <p:spPr>
          <a:xfrm flipV="1">
            <a:off x="7844638" y="1600236"/>
            <a:ext cx="1161861" cy="1828764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9B19C4E-AA0E-61C3-A558-19A52B715EE1}"/>
              </a:ext>
            </a:extLst>
          </p:cNvPr>
          <p:cNvCxnSpPr>
            <a:cxnSpLocks/>
            <a:stCxn id="24" idx="6"/>
            <a:endCxn id="23" idx="1"/>
          </p:cNvCxnSpPr>
          <p:nvPr/>
        </p:nvCxnSpPr>
        <p:spPr>
          <a:xfrm>
            <a:off x="7844638" y="3429000"/>
            <a:ext cx="1161859" cy="1809058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D1D2721-2030-184A-6CCC-CD89A076D790}"/>
              </a:ext>
            </a:extLst>
          </p:cNvPr>
          <p:cNvCxnSpPr>
            <a:cxnSpLocks/>
            <a:stCxn id="24" idx="6"/>
            <a:endCxn id="22" idx="1"/>
          </p:cNvCxnSpPr>
          <p:nvPr/>
        </p:nvCxnSpPr>
        <p:spPr>
          <a:xfrm>
            <a:off x="7844638" y="3429000"/>
            <a:ext cx="1161861" cy="119737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E7FAEA6D-DDF6-526A-4881-4BFEA16EBA1F}"/>
              </a:ext>
            </a:extLst>
          </p:cNvPr>
          <p:cNvCxnSpPr>
            <a:cxnSpLocks/>
            <a:stCxn id="24" idx="6"/>
            <a:endCxn id="21" idx="1"/>
          </p:cNvCxnSpPr>
          <p:nvPr/>
        </p:nvCxnSpPr>
        <p:spPr>
          <a:xfrm>
            <a:off x="7844638" y="3429000"/>
            <a:ext cx="1161860" cy="58858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3E9F684-AD8C-DF6E-381A-82C669F1D5BB}"/>
              </a:ext>
            </a:extLst>
          </p:cNvPr>
          <p:cNvCxnSpPr>
            <a:cxnSpLocks/>
            <a:stCxn id="24" idx="6"/>
            <a:endCxn id="20" idx="1"/>
          </p:cNvCxnSpPr>
          <p:nvPr/>
        </p:nvCxnSpPr>
        <p:spPr>
          <a:xfrm flipV="1">
            <a:off x="7844638" y="3413938"/>
            <a:ext cx="1161860" cy="1506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8388286-C213-FF0A-6FF5-819D81822B64}"/>
              </a:ext>
            </a:extLst>
          </p:cNvPr>
          <p:cNvCxnSpPr>
            <a:cxnSpLocks/>
            <a:stCxn id="24" idx="6"/>
            <a:endCxn id="19" idx="1"/>
          </p:cNvCxnSpPr>
          <p:nvPr/>
        </p:nvCxnSpPr>
        <p:spPr>
          <a:xfrm flipV="1">
            <a:off x="7844638" y="2810294"/>
            <a:ext cx="1161861" cy="618706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4BE986D-E7B9-8BAF-F6C6-C351B9ED16F1}"/>
              </a:ext>
            </a:extLst>
          </p:cNvPr>
          <p:cNvCxnSpPr>
            <a:cxnSpLocks/>
            <a:stCxn id="24" idx="6"/>
            <a:endCxn id="18" idx="1"/>
          </p:cNvCxnSpPr>
          <p:nvPr/>
        </p:nvCxnSpPr>
        <p:spPr>
          <a:xfrm flipV="1">
            <a:off x="7844638" y="2205542"/>
            <a:ext cx="1161861" cy="1223458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9328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61</Words>
  <Application>Microsoft Macintosh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Mansfield, Kamryn Wyatt</dc:creator>
  <cp:lastModifiedBy>Mansfield, Kamryn Wyatt</cp:lastModifiedBy>
  <cp:revision>9</cp:revision>
  <dcterms:created xsi:type="dcterms:W3CDTF">2026-03-15T03:08:32Z</dcterms:created>
  <dcterms:modified xsi:type="dcterms:W3CDTF">2026-03-16T12:08:43Z</dcterms:modified>
</cp:coreProperties>
</file>